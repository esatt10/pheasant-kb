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621883B-43DC-4E72-93C6-D0A4A3C68CA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720000" y="720000"/>
            <a:ext cx="54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Speaker note: mention the PANGOLIN clause.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7320A7-317C-4C17-88CC-81B2917FA1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A5BB53-9625-4607-A384-111B7798F0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2E873BF-9AE6-4BDA-8F6D-74CF0235060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Federation Overview MARMOSET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2160000"/>
            <a:ext cx="72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Regions publish a semantic contract.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ZEBRAFISH protocol governs resync.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Chapter Two OKAPI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